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1437" r:id="rId5"/>
    <p:sldId id="1454" r:id="rId6"/>
    <p:sldId id="1455" r:id="rId7"/>
    <p:sldId id="1456" r:id="rId8"/>
    <p:sldId id="1457" r:id="rId9"/>
    <p:sldId id="1438" r:id="rId10"/>
    <p:sldId id="1458" r:id="rId11"/>
    <p:sldId id="1459" r:id="rId12"/>
    <p:sldId id="1460" r:id="rId13"/>
    <p:sldId id="1461" r:id="rId14"/>
    <p:sldId id="1462" r:id="rId15"/>
    <p:sldId id="1463" r:id="rId16"/>
    <p:sldId id="1464" r:id="rId17"/>
    <p:sldId id="1465" r:id="rId18"/>
    <p:sldId id="1439" r:id="rId19"/>
    <p:sldId id="1466" r:id="rId20"/>
    <p:sldId id="1467" r:id="rId21"/>
    <p:sldId id="1468" r:id="rId22"/>
    <p:sldId id="1469" r:id="rId23"/>
    <p:sldId id="1470" r:id="rId24"/>
    <p:sldId id="1471" r:id="rId25"/>
    <p:sldId id="1441" r:id="rId26"/>
  </p:sldIdLst>
  <p:sldSz cx="12192000" cy="6858000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" charset="0"/>
        <a:ea typeface="ＭＳ Ｐゴシック" charset="0"/>
        <a:cs typeface="+mn-cs"/>
      </a:defRPr>
    </a:lvl1pPr>
    <a:lvl2pPr marL="609585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" charset="0"/>
        <a:ea typeface="ＭＳ Ｐゴシック" charset="0"/>
        <a:cs typeface="+mn-cs"/>
      </a:defRPr>
    </a:lvl2pPr>
    <a:lvl3pPr marL="121917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" charset="0"/>
        <a:ea typeface="ＭＳ Ｐゴシック" charset="0"/>
        <a:cs typeface="+mn-cs"/>
      </a:defRPr>
    </a:lvl3pPr>
    <a:lvl4pPr marL="1828754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" charset="0"/>
        <a:ea typeface="ＭＳ Ｐゴシック" charset="0"/>
        <a:cs typeface="+mn-cs"/>
      </a:defRPr>
    </a:lvl4pPr>
    <a:lvl5pPr marL="2438339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" charset="0"/>
        <a:ea typeface="ＭＳ Ｐゴシック" charset="0"/>
        <a:cs typeface="+mn-cs"/>
      </a:defRPr>
    </a:lvl5pPr>
    <a:lvl6pPr marL="3047924" algn="l" defTabSz="609585" rtl="0" eaLnBrk="1" latinLnBrk="0" hangingPunct="1">
      <a:defRPr sz="3200" kern="1200">
        <a:solidFill>
          <a:schemeClr val="tx1"/>
        </a:solidFill>
        <a:latin typeface="Times" charset="0"/>
        <a:ea typeface="ＭＳ Ｐゴシック" charset="0"/>
        <a:cs typeface="+mn-cs"/>
      </a:defRPr>
    </a:lvl6pPr>
    <a:lvl7pPr marL="3657509" algn="l" defTabSz="609585" rtl="0" eaLnBrk="1" latinLnBrk="0" hangingPunct="1">
      <a:defRPr sz="3200" kern="1200">
        <a:solidFill>
          <a:schemeClr val="tx1"/>
        </a:solidFill>
        <a:latin typeface="Times" charset="0"/>
        <a:ea typeface="ＭＳ Ｐゴシック" charset="0"/>
        <a:cs typeface="+mn-cs"/>
      </a:defRPr>
    </a:lvl7pPr>
    <a:lvl8pPr marL="4267093" algn="l" defTabSz="609585" rtl="0" eaLnBrk="1" latinLnBrk="0" hangingPunct="1">
      <a:defRPr sz="3200" kern="1200">
        <a:solidFill>
          <a:schemeClr val="tx1"/>
        </a:solidFill>
        <a:latin typeface="Times" charset="0"/>
        <a:ea typeface="ＭＳ Ｐゴシック" charset="0"/>
        <a:cs typeface="+mn-cs"/>
      </a:defRPr>
    </a:lvl8pPr>
    <a:lvl9pPr marL="4876678" algn="l" defTabSz="609585" rtl="0" eaLnBrk="1" latinLnBrk="0" hangingPunct="1">
      <a:defRPr sz="3200" kern="1200">
        <a:solidFill>
          <a:schemeClr val="tx1"/>
        </a:solidFill>
        <a:latin typeface="Times" charset="0"/>
        <a:ea typeface="ＭＳ Ｐゴシック" charset="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2" userDrawn="1">
          <p15:clr>
            <a:srgbClr val="A4A3A4"/>
          </p15:clr>
        </p15:guide>
        <p15:guide id="2" orient="horz" pos="4224" userDrawn="1">
          <p15:clr>
            <a:srgbClr val="A4A3A4"/>
          </p15:clr>
        </p15:guide>
        <p15:guide id="3" orient="horz" pos="2727" userDrawn="1">
          <p15:clr>
            <a:srgbClr val="A4A3A4"/>
          </p15:clr>
        </p15:guide>
        <p15:guide id="4" orient="horz" pos="686" userDrawn="1">
          <p15:clr>
            <a:srgbClr val="A4A3A4"/>
          </p15:clr>
        </p15:guide>
        <p15:guide id="5" orient="horz" pos="2137" userDrawn="1">
          <p15:clr>
            <a:srgbClr val="A4A3A4"/>
          </p15:clr>
        </p15:guide>
        <p15:guide id="6" orient="horz" pos="2999" userDrawn="1">
          <p15:clr>
            <a:srgbClr val="A4A3A4"/>
          </p15:clr>
        </p15:guide>
        <p15:guide id="7" pos="461" userDrawn="1">
          <p15:clr>
            <a:srgbClr val="A4A3A4"/>
          </p15:clr>
        </p15:guide>
        <p15:guide id="8" pos="6970" userDrawn="1">
          <p15:clr>
            <a:srgbClr val="A4A3A4"/>
          </p15:clr>
        </p15:guide>
        <p15:guide id="10" pos="2048" userDrawn="1">
          <p15:clr>
            <a:srgbClr val="A4A3A4"/>
          </p15:clr>
        </p15:guide>
        <p15:guide id="11" pos="4906" userDrawn="1">
          <p15:clr>
            <a:srgbClr val="A4A3A4"/>
          </p15:clr>
        </p15:guide>
        <p15:guide id="12" pos="2729" userDrawn="1">
          <p15:clr>
            <a:srgbClr val="A4A3A4"/>
          </p15:clr>
        </p15:guide>
        <p15:guide id="13" pos="756" userDrawn="1">
          <p15:clr>
            <a:srgbClr val="A4A3A4"/>
          </p15:clr>
        </p15:guide>
        <p15:guide id="14" pos="3144" userDrawn="1">
          <p15:clr>
            <a:srgbClr val="A4A3A4"/>
          </p15:clr>
        </p15:guide>
        <p15:guide id="15" pos="7436" userDrawn="1">
          <p15:clr>
            <a:srgbClr val="A4A3A4"/>
          </p15:clr>
        </p15:guide>
        <p15:guide id="17" pos="6249" userDrawn="1">
          <p15:clr>
            <a:srgbClr val="A4A3A4"/>
          </p15:clr>
        </p15:guide>
        <p15:guide id="18" pos="59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gray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AC4"/>
    <a:srgbClr val="D3E9F8"/>
    <a:srgbClr val="EE2F24"/>
    <a:srgbClr val="90949E"/>
    <a:srgbClr val="8B9D8C"/>
    <a:srgbClr val="EAEEF2"/>
    <a:srgbClr val="D8DBE3"/>
    <a:srgbClr val="ED3024"/>
    <a:srgbClr val="084AC5"/>
    <a:srgbClr val="304B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AE864C-013A-CEE5-5557-64E373544D9F}" v="149" dt="2025-08-18T07:56:18.9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Stijl, gemiddeld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Stijl, gemiddeld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Stijl, thema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E9639D4-E3E2-4D34-9284-5A2195B3D0D7}" styleName="Stijl, lich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8FB837D-C827-4EFA-A057-4D05807E0F7C}" styleName="Stijl, thema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Geen stijl, gee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38B1855-1B75-4FBE-930C-398BA8C253C6}" styleName="Stijl, thema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Stijl, lich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Stijl, gemiddeld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/>
    <p:restoredTop sz="94773"/>
  </p:normalViewPr>
  <p:slideViewPr>
    <p:cSldViewPr snapToGrid="0">
      <p:cViewPr varScale="1">
        <p:scale>
          <a:sx n="147" d="100"/>
          <a:sy n="147" d="100"/>
        </p:scale>
        <p:origin x="984" y="184"/>
      </p:cViewPr>
      <p:guideLst>
        <p:guide orient="horz" pos="142"/>
        <p:guide orient="horz" pos="4224"/>
        <p:guide orient="horz" pos="2727"/>
        <p:guide orient="horz" pos="686"/>
        <p:guide orient="horz" pos="2137"/>
        <p:guide orient="horz" pos="2999"/>
        <p:guide pos="461"/>
        <p:guide pos="6970"/>
        <p:guide pos="2048"/>
        <p:guide pos="4906"/>
        <p:guide pos="2729"/>
        <p:guide pos="756"/>
        <p:guide pos="3144"/>
        <p:guide pos="7436"/>
        <p:guide pos="6249"/>
        <p:guide pos="59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28638" y="153988"/>
            <a:ext cx="2514600" cy="6127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1588" y="153988"/>
            <a:ext cx="2514600" cy="6127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charset="0"/>
              </a:defRPr>
            </a:lvl1pPr>
          </a:lstStyle>
          <a:p>
            <a:endParaRPr lang="en-GB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528638" y="8382000"/>
            <a:ext cx="2514600" cy="6127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1588" y="8382000"/>
            <a:ext cx="2514600" cy="6127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charset="0"/>
              </a:defRPr>
            </a:lvl1pPr>
          </a:lstStyle>
          <a:p>
            <a:fld id="{E8C5BD47-55D6-1344-B91F-7C24D2E19559}" type="slidenum">
              <a:rPr lang="en-GB"/>
              <a:pPr/>
              <a:t>‹#›</a:t>
            </a:fld>
            <a:endParaRPr lang="en-GB" sz="1200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3746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28638" y="0"/>
            <a:ext cx="2514600" cy="6127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1588" y="0"/>
            <a:ext cx="2514600" cy="6127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528638" y="8528050"/>
            <a:ext cx="2514600" cy="6127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1588" y="8528050"/>
            <a:ext cx="2514600" cy="61277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Arial" charset="0"/>
              </a:defRPr>
            </a:lvl1pPr>
          </a:lstStyle>
          <a:p>
            <a:fld id="{92BE362E-78BA-324A-8038-5482DADFDF7D}" type="slidenum">
              <a:rPr lang="en-GB"/>
              <a:pPr/>
              <a:t>‹#›</a:t>
            </a:fld>
            <a:endParaRPr lang="en-GB" sz="1200"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9512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867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609585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121917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828754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2438339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3047924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60958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indel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5B64E9D3-E13D-735A-7A7F-1465FD1203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73140" y="0"/>
            <a:ext cx="8018860" cy="6858000"/>
          </a:xfrm>
          <a:prstGeom prst="rect">
            <a:avLst/>
          </a:prstGeom>
        </p:spPr>
      </p:pic>
      <p:sp>
        <p:nvSpPr>
          <p:cNvPr id="24" name="Rectangle 3"/>
          <p:cNvSpPr>
            <a:spLocks noGrp="1" noChangeArrowheads="1"/>
          </p:cNvSpPr>
          <p:nvPr>
            <p:ph idx="10" hasCustomPrompt="1"/>
          </p:nvPr>
        </p:nvSpPr>
        <p:spPr bwMode="auto">
          <a:xfrm>
            <a:off x="1203157" y="3689501"/>
            <a:ext cx="6372636" cy="864289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lnSpc>
                <a:spcPct val="100000"/>
              </a:lnSpc>
              <a:buFontTx/>
              <a:buNone/>
              <a:defRPr sz="3200" b="0" i="1" baseline="0">
                <a:solidFill>
                  <a:srgbClr val="ED3024"/>
                </a:solidFill>
              </a:defRPr>
            </a:lvl1pPr>
          </a:lstStyle>
          <a:p>
            <a:pPr lvl="0"/>
            <a:r>
              <a:rPr lang="nl-NL"/>
              <a:t>Subtitel</a:t>
            </a:r>
          </a:p>
        </p:txBody>
      </p:sp>
      <p:sp>
        <p:nvSpPr>
          <p:cNvPr id="23" name="Rectangle 3"/>
          <p:cNvSpPr>
            <a:spLocks noGrp="1" noChangeArrowheads="1"/>
          </p:cNvSpPr>
          <p:nvPr>
            <p:ph idx="11" hasCustomPrompt="1"/>
          </p:nvPr>
        </p:nvSpPr>
        <p:spPr bwMode="auto">
          <a:xfrm>
            <a:off x="1203160" y="5205246"/>
            <a:ext cx="9745579" cy="779052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lnSpc>
                <a:spcPct val="100000"/>
              </a:lnSpc>
              <a:buFontTx/>
              <a:buNone/>
              <a:defRPr sz="2000" b="1" i="0" baseline="0">
                <a:solidFill>
                  <a:schemeClr val="tx2"/>
                </a:solidFill>
              </a:defRPr>
            </a:lvl1pPr>
            <a:lvl2pPr marL="0" indent="0">
              <a:buFontTx/>
              <a:buNone/>
              <a:defRPr sz="2133"/>
            </a:lvl2pPr>
            <a:lvl3pPr marL="1147177" indent="0">
              <a:buFontTx/>
              <a:buNone/>
              <a:defRPr/>
            </a:lvl3pPr>
            <a:lvl4pPr marL="1648801" indent="0">
              <a:buFontTx/>
              <a:buNone/>
              <a:defRPr/>
            </a:lvl4pPr>
            <a:lvl5pPr marL="2290119" indent="0">
              <a:buFontTx/>
              <a:buNone/>
              <a:defRPr/>
            </a:lvl5pPr>
          </a:lstStyle>
          <a:p>
            <a:pPr lvl="0"/>
            <a:r>
              <a:rPr lang="nl-NL"/>
              <a:t>Naam Spreker</a:t>
            </a:r>
            <a:endParaRPr lang="en-GB"/>
          </a:p>
        </p:txBody>
      </p:sp>
      <p:sp>
        <p:nvSpPr>
          <p:cNvPr id="21" name="Rectangle 2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1203162" y="1550971"/>
            <a:ext cx="6231959" cy="1754631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10800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5067" baseline="0">
                <a:solidFill>
                  <a:srgbClr val="094AC4"/>
                </a:solidFill>
              </a:defRPr>
            </a:lvl1pPr>
          </a:lstStyle>
          <a:p>
            <a:pPr lvl="0"/>
            <a:r>
              <a:rPr lang="nl-NL"/>
              <a:t>Titelstijl van model bewerken</a:t>
            </a:r>
            <a:endParaRPr lang="en-GB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FA59C5D7-67DC-7CBE-DB1A-4CCB5BC4F8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964" y="6073512"/>
            <a:ext cx="12082071" cy="704278"/>
          </a:xfrm>
          <a:prstGeom prst="rect">
            <a:avLst/>
          </a:prstGeom>
        </p:spPr>
      </p:pic>
      <p:sp>
        <p:nvSpPr>
          <p:cNvPr id="3" name="Rechthoek 2">
            <a:extLst>
              <a:ext uri="{FF2B5EF4-FFF2-40B4-BE49-F238E27FC236}">
                <a16:creationId xmlns:a16="http://schemas.microsoft.com/office/drawing/2014/main" id="{03E209FF-453F-789A-EC6C-FF1CF69AB9E9}"/>
              </a:ext>
            </a:extLst>
          </p:cNvPr>
          <p:cNvSpPr/>
          <p:nvPr userDrawn="1"/>
        </p:nvSpPr>
        <p:spPr bwMode="auto">
          <a:xfrm>
            <a:off x="241466" y="187645"/>
            <a:ext cx="1228437" cy="86369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C9928DAA-9BCE-E65A-2ECB-FF0CD662BDE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3116" y="301950"/>
            <a:ext cx="3601872" cy="1057071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eeg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>
            <a:extLst>
              <a:ext uri="{FF2B5EF4-FFF2-40B4-BE49-F238E27FC236}">
                <a16:creationId xmlns:a16="http://schemas.microsoft.com/office/drawing/2014/main" id="{7C09EE46-6AAF-8596-0A14-7DB5ACBC17DB}"/>
              </a:ext>
            </a:extLst>
          </p:cNvPr>
          <p:cNvSpPr/>
          <p:nvPr userDrawn="1"/>
        </p:nvSpPr>
        <p:spPr bwMode="auto">
          <a:xfrm>
            <a:off x="-2" y="0"/>
            <a:ext cx="12192001" cy="6858000"/>
          </a:xfrm>
          <a:prstGeom prst="rect">
            <a:avLst/>
          </a:prstGeom>
          <a:solidFill>
            <a:srgbClr val="094AC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3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8A63F7A-39DE-E86C-68BA-1472AA4443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0580" y="277693"/>
            <a:ext cx="2331795" cy="684331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F04519B6-C8F4-64B5-822A-39B946E2EAEA}"/>
              </a:ext>
            </a:extLst>
          </p:cNvPr>
          <p:cNvSpPr/>
          <p:nvPr userDrawn="1"/>
        </p:nvSpPr>
        <p:spPr bwMode="auto">
          <a:xfrm>
            <a:off x="1" y="6714000"/>
            <a:ext cx="12192000" cy="144000"/>
          </a:xfrm>
          <a:prstGeom prst="rect">
            <a:avLst/>
          </a:prstGeom>
          <a:solidFill>
            <a:srgbClr val="094AC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9321AEFC-FE0F-BACB-453E-E5848F3403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44000"/>
          </a:blip>
          <a:stretch>
            <a:fillRect/>
          </a:stretch>
        </p:blipFill>
        <p:spPr>
          <a:xfrm>
            <a:off x="0" y="5138642"/>
            <a:ext cx="12192000" cy="13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319484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 bwMode="auto">
          <a:xfrm>
            <a:off x="-2" y="0"/>
            <a:ext cx="12192001" cy="6858000"/>
          </a:xfrm>
          <a:prstGeom prst="rect">
            <a:avLst/>
          </a:prstGeom>
          <a:solidFill>
            <a:srgbClr val="094AC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3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11" name="Tijdelijke aanduiding voor inhoud 10"/>
          <p:cNvSpPr>
            <a:spLocks noGrp="1"/>
          </p:cNvSpPr>
          <p:nvPr>
            <p:ph sz="quarter" idx="15"/>
          </p:nvPr>
        </p:nvSpPr>
        <p:spPr>
          <a:xfrm>
            <a:off x="1203157" y="2066544"/>
            <a:ext cx="4667291" cy="4498847"/>
          </a:xfrm>
        </p:spPr>
        <p:txBody>
          <a:bodyPr/>
          <a:lstStyle>
            <a:lvl1pPr>
              <a:lnSpc>
                <a:spcPct val="100000"/>
              </a:lnSpc>
              <a:defRPr sz="5067" b="1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32572FFF-C241-9BF2-C0AB-D6552AC157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0580" y="277693"/>
            <a:ext cx="2331795" cy="684331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2C458842-9BDF-0C8D-4DAA-A0402AB94F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44000"/>
          </a:blip>
          <a:srcRect t="1" r="26095" b="30262"/>
          <a:stretch/>
        </p:blipFill>
        <p:spPr>
          <a:xfrm>
            <a:off x="6322060" y="757853"/>
            <a:ext cx="5869940" cy="610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565594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 bwMode="auto">
          <a:xfrm>
            <a:off x="-2" y="0"/>
            <a:ext cx="12192001" cy="6858000"/>
          </a:xfrm>
          <a:prstGeom prst="rect">
            <a:avLst/>
          </a:prstGeom>
          <a:solidFill>
            <a:srgbClr val="094AC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3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11" name="Tijdelijke aanduiding voor inhoud 10"/>
          <p:cNvSpPr>
            <a:spLocks noGrp="1"/>
          </p:cNvSpPr>
          <p:nvPr>
            <p:ph sz="quarter" idx="15"/>
          </p:nvPr>
        </p:nvSpPr>
        <p:spPr>
          <a:xfrm>
            <a:off x="1203157" y="2066544"/>
            <a:ext cx="4667291" cy="4498847"/>
          </a:xfrm>
        </p:spPr>
        <p:txBody>
          <a:bodyPr/>
          <a:lstStyle>
            <a:lvl1pPr>
              <a:lnSpc>
                <a:spcPct val="100000"/>
              </a:lnSpc>
              <a:defRPr sz="5067" b="1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32572FFF-C241-9BF2-C0AB-D6552AC157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0580" y="277693"/>
            <a:ext cx="2331795" cy="684331"/>
          </a:xfrm>
          <a:prstGeom prst="rect">
            <a:avLst/>
          </a:prstGeom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E3EEF720-BB9C-C7E4-C870-0F448797ECA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44000"/>
          </a:blip>
          <a:stretch>
            <a:fillRect/>
          </a:stretch>
        </p:blipFill>
        <p:spPr>
          <a:xfrm>
            <a:off x="0" y="5138642"/>
            <a:ext cx="12192000" cy="13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978618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/>
          <p:cNvSpPr/>
          <p:nvPr userDrawn="1"/>
        </p:nvSpPr>
        <p:spPr bwMode="auto">
          <a:xfrm>
            <a:off x="-2" y="0"/>
            <a:ext cx="12192001" cy="6858000"/>
          </a:xfrm>
          <a:prstGeom prst="rect">
            <a:avLst/>
          </a:prstGeom>
          <a:solidFill>
            <a:srgbClr val="094AC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3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11" name="Tijdelijke aanduiding voor inhoud 10"/>
          <p:cNvSpPr>
            <a:spLocks noGrp="1"/>
          </p:cNvSpPr>
          <p:nvPr>
            <p:ph sz="quarter" idx="15"/>
          </p:nvPr>
        </p:nvSpPr>
        <p:spPr>
          <a:xfrm>
            <a:off x="1203157" y="2066544"/>
            <a:ext cx="4667291" cy="4498847"/>
          </a:xfrm>
        </p:spPr>
        <p:txBody>
          <a:bodyPr/>
          <a:lstStyle>
            <a:lvl1pPr>
              <a:lnSpc>
                <a:spcPct val="100000"/>
              </a:lnSpc>
              <a:defRPr sz="5067" b="1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32572FFF-C241-9BF2-C0AB-D6552AC157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0580" y="277693"/>
            <a:ext cx="2331795" cy="68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870480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de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inhoud 10"/>
          <p:cNvSpPr>
            <a:spLocks noGrp="1"/>
          </p:cNvSpPr>
          <p:nvPr>
            <p:ph sz="quarter" idx="15"/>
          </p:nvPr>
        </p:nvSpPr>
        <p:spPr>
          <a:xfrm>
            <a:off x="1203157" y="3697073"/>
            <a:ext cx="10595645" cy="2560855"/>
          </a:xfrm>
        </p:spPr>
        <p:txBody>
          <a:bodyPr/>
          <a:lstStyle>
            <a:lvl1pPr>
              <a:lnSpc>
                <a:spcPct val="100000"/>
              </a:lnSpc>
              <a:defRPr sz="5067" b="1" i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Klik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3000100390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 - w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62" y="0"/>
            <a:ext cx="10988838" cy="1201783"/>
          </a:xfrm>
        </p:spPr>
        <p:txBody>
          <a:bodyPr anchor="ctr" anchorCtr="0"/>
          <a:lstStyle>
            <a:lvl1pPr>
              <a:defRPr sz="2800" baseline="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1203158" y="1447802"/>
            <a:ext cx="10475036" cy="4810127"/>
          </a:xfrm>
          <a:prstGeom prst="rect">
            <a:avLst/>
          </a:prstGeom>
          <a:noFill/>
          <a:effectLst/>
        </p:spPr>
        <p:txBody>
          <a:bodyPr lIns="108000" tIns="108000" rIns="108000" bIns="108000"/>
          <a:lstStyle>
            <a:lvl2pPr marL="180000" indent="-180000">
              <a:defRPr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590306097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en object - beeldme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62" y="0"/>
            <a:ext cx="10988838" cy="1201783"/>
          </a:xfrm>
        </p:spPr>
        <p:txBody>
          <a:bodyPr anchor="ctr" anchorCtr="0"/>
          <a:lstStyle>
            <a:lvl1pPr>
              <a:defRPr sz="2800" baseline="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 hasCustomPrompt="1"/>
          </p:nvPr>
        </p:nvSpPr>
        <p:spPr>
          <a:xfrm>
            <a:off x="1203158" y="1447802"/>
            <a:ext cx="10475036" cy="4810127"/>
          </a:xfrm>
          <a:prstGeom prst="rect">
            <a:avLst/>
          </a:prstGeom>
          <a:noFill/>
          <a:effectLst/>
        </p:spPr>
        <p:txBody>
          <a:bodyPr lIns="108000" tIns="108000" rIns="108000" bIns="108000"/>
          <a:lstStyle>
            <a:lvl2pPr marL="180000" indent="-180000">
              <a:defRPr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pic>
        <p:nvPicPr>
          <p:cNvPr id="4" name="Tijdelijke aanduiding voor inhoud 3">
            <a:extLst>
              <a:ext uri="{FF2B5EF4-FFF2-40B4-BE49-F238E27FC236}">
                <a16:creationId xmlns:a16="http://schemas.microsoft.com/office/drawing/2014/main" id="{A325C746-E1F7-32D9-DB1D-186C1E12B8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9496" r="6350"/>
          <a:stretch/>
        </p:blipFill>
        <p:spPr>
          <a:xfrm>
            <a:off x="9210647" y="1484358"/>
            <a:ext cx="2981353" cy="388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343586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en object - zndr onderbal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19200" y="0"/>
            <a:ext cx="10972800" cy="1193369"/>
          </a:xfrm>
          <a:noFill/>
        </p:spPr>
        <p:txBody>
          <a:bodyPr lIns="0" anchor="ctr" anchorCtr="0"/>
          <a:lstStyle>
            <a:lvl1pPr>
              <a:defRPr sz="2800" baseline="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203158" y="1447802"/>
            <a:ext cx="9565583" cy="4810127"/>
          </a:xfrm>
        </p:spPr>
        <p:txBody>
          <a:bodyPr/>
          <a:lstStyle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4CDC8A3B-47D5-B5E9-3DD8-8A9D9A450B54}"/>
              </a:ext>
            </a:extLst>
          </p:cNvPr>
          <p:cNvSpPr/>
          <p:nvPr userDrawn="1"/>
        </p:nvSpPr>
        <p:spPr bwMode="auto">
          <a:xfrm>
            <a:off x="0" y="5906125"/>
            <a:ext cx="12192000" cy="95187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139296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5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en LEEG - blauw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19200" y="0"/>
            <a:ext cx="10972800" cy="1193369"/>
          </a:xfrm>
          <a:noFill/>
        </p:spPr>
        <p:txBody>
          <a:bodyPr lIns="0" anchor="ctr" anchorCtr="0"/>
          <a:lstStyle>
            <a:lvl1pPr>
              <a:defRPr sz="2800" baseline="0">
                <a:solidFill>
                  <a:schemeClr val="accent1"/>
                </a:solidFill>
              </a:defRPr>
            </a:lvl1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27239128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5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p 1 reg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inhoud 2"/>
          <p:cNvSpPr>
            <a:spLocks noGrp="1"/>
          </p:cNvSpPr>
          <p:nvPr>
            <p:ph idx="1"/>
          </p:nvPr>
        </p:nvSpPr>
        <p:spPr>
          <a:xfrm>
            <a:off x="1203157" y="1458915"/>
            <a:ext cx="9565583" cy="5094287"/>
          </a:xfrm>
        </p:spPr>
        <p:txBody>
          <a:bodyPr/>
          <a:lstStyle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62" y="0"/>
            <a:ext cx="9565578" cy="1162053"/>
          </a:xfrm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35653889"/>
      </p:ext>
    </p:extLst>
  </p:cSld>
  <p:clrMapOvr>
    <a:masterClrMapping/>
  </p:clrMapOvr>
  <p:transition spd="med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onder voett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56" y="0"/>
            <a:ext cx="9566443" cy="1146387"/>
          </a:xfrm>
        </p:spPr>
        <p:txBody>
          <a:bodyPr/>
          <a:lstStyle/>
          <a:p>
            <a:endParaRPr lang="nl-NL"/>
          </a:p>
        </p:txBody>
      </p:sp>
      <p:sp>
        <p:nvSpPr>
          <p:cNvPr id="7" name="Tijdelijke aanduiding voor inhoud 2"/>
          <p:cNvSpPr>
            <a:spLocks noGrp="1"/>
          </p:cNvSpPr>
          <p:nvPr>
            <p:ph idx="1"/>
          </p:nvPr>
        </p:nvSpPr>
        <p:spPr>
          <a:xfrm>
            <a:off x="1203157" y="1454151"/>
            <a:ext cx="9566443" cy="5064124"/>
          </a:xfrm>
        </p:spPr>
        <p:txBody>
          <a:bodyPr/>
          <a:lstStyle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350354845"/>
      </p:ext>
    </p:extLst>
  </p:cSld>
  <p:clrMapOvr>
    <a:masterClrMapping/>
  </p:clrMapOvr>
  <p:transition spd="med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objec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62" y="1"/>
            <a:ext cx="10285883" cy="1235076"/>
          </a:xfrm>
        </p:spPr>
        <p:txBody>
          <a:bodyPr/>
          <a:lstStyle/>
          <a:p>
            <a:endParaRPr lang="nl-NL"/>
          </a:p>
        </p:txBody>
      </p:sp>
      <p:sp>
        <p:nvSpPr>
          <p:cNvPr id="8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203160" y="1448979"/>
            <a:ext cx="4890727" cy="4189412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FontTx/>
              <a:buNone/>
              <a:defRPr/>
            </a:lvl1pPr>
            <a:lvl2pPr marL="0">
              <a:defRPr/>
            </a:lvl2pPr>
            <a:lvl3pPr marL="479976">
              <a:defRPr/>
            </a:lvl3pPr>
            <a:lvl4pPr marL="959952">
              <a:defRPr/>
            </a:lvl4pPr>
            <a:lvl5pPr marL="1439928">
              <a:defRPr/>
            </a:lvl5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11" name="Rectangle 3"/>
          <p:cNvSpPr>
            <a:spLocks noGrp="1" noChangeArrowheads="1"/>
          </p:cNvSpPr>
          <p:nvPr>
            <p:ph idx="13"/>
          </p:nvPr>
        </p:nvSpPr>
        <p:spPr bwMode="auto">
          <a:xfrm>
            <a:off x="6598318" y="1448979"/>
            <a:ext cx="4890727" cy="4189412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FontTx/>
              <a:buNone/>
              <a:defRPr/>
            </a:lvl1pPr>
            <a:lvl2pPr marL="0">
              <a:defRPr/>
            </a:lvl2pPr>
            <a:lvl3pPr marL="479976">
              <a:defRPr/>
            </a:lvl3pPr>
            <a:lvl4pPr marL="959952">
              <a:defRPr/>
            </a:lvl4pPr>
            <a:lvl5pPr marL="1439928">
              <a:defRPr/>
            </a:lvl5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182572"/>
      </p:ext>
    </p:extLst>
  </p:cSld>
  <p:clrMapOvr>
    <a:masterClrMapping/>
  </p:clrMapOvr>
  <p:transition spd="med"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1196813" y="2041844"/>
            <a:ext cx="4902033" cy="846453"/>
          </a:xfrm>
        </p:spPr>
        <p:txBody>
          <a:bodyPr anchor="b"/>
          <a:lstStyle>
            <a:lvl1pPr marL="0" indent="0">
              <a:buNone/>
              <a:defRPr sz="2667" b="1">
                <a:solidFill>
                  <a:schemeClr val="accent1"/>
                </a:solidFill>
              </a:defRPr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1196806" y="3081658"/>
            <a:ext cx="4902035" cy="2953385"/>
          </a:xfrm>
        </p:spPr>
        <p:txBody>
          <a:bodyPr/>
          <a:lstStyle>
            <a:lvl1pPr>
              <a:defRPr sz="2667"/>
            </a:lvl1pPr>
            <a:lvl2pPr>
              <a:defRPr sz="2667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911808" y="2041844"/>
            <a:ext cx="4903203" cy="846453"/>
          </a:xfrm>
        </p:spPr>
        <p:txBody>
          <a:bodyPr anchor="b"/>
          <a:lstStyle>
            <a:lvl1pPr marL="0" indent="0">
              <a:buNone/>
              <a:defRPr sz="2667" b="1">
                <a:solidFill>
                  <a:schemeClr val="accent1"/>
                </a:solidFill>
              </a:defRPr>
            </a:lvl1pPr>
            <a:lvl2pPr marL="609570" indent="0">
              <a:buNone/>
              <a:defRPr sz="2667" b="1"/>
            </a:lvl2pPr>
            <a:lvl3pPr marL="1219139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7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911808" y="3081658"/>
            <a:ext cx="4903203" cy="2953385"/>
          </a:xfrm>
        </p:spPr>
        <p:txBody>
          <a:bodyPr/>
          <a:lstStyle>
            <a:lvl1pPr>
              <a:defRPr sz="2667"/>
            </a:lvl1pPr>
            <a:lvl2pPr>
              <a:defRPr sz="2667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57" y="0"/>
            <a:ext cx="10611854" cy="1228727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Titelstijl van model bewerken</a:t>
            </a:r>
          </a:p>
        </p:txBody>
      </p:sp>
    </p:spTree>
    <p:extLst>
      <p:ext uri="{BB962C8B-B14F-4D97-AF65-F5344CB8AC3E}">
        <p14:creationId xmlns:p14="http://schemas.microsoft.com/office/powerpoint/2010/main" val="1235032726"/>
      </p:ext>
    </p:extLst>
  </p:cSld>
  <p:clrMapOvr>
    <a:masterClrMapping/>
  </p:clrMapOvr>
  <p:transition spd="med">
    <p:pull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62" y="0"/>
            <a:ext cx="10414215" cy="1216027"/>
          </a:xfrm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51256673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Alleen titel ZONDER GO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62" y="0"/>
            <a:ext cx="10114412" cy="1216027"/>
          </a:xfrm>
        </p:spPr>
        <p:txBody>
          <a:bodyPr/>
          <a:lstStyle/>
          <a:p>
            <a:endParaRPr lang="nl-NL"/>
          </a:p>
        </p:txBody>
      </p:sp>
      <p:sp>
        <p:nvSpPr>
          <p:cNvPr id="3" name="Rechthoek 2">
            <a:extLst>
              <a:ext uri="{FF2B5EF4-FFF2-40B4-BE49-F238E27FC236}">
                <a16:creationId xmlns:a16="http://schemas.microsoft.com/office/drawing/2014/main" id="{1734A600-2E23-BC49-9F5E-477F93AA6B71}"/>
              </a:ext>
            </a:extLst>
          </p:cNvPr>
          <p:cNvSpPr/>
          <p:nvPr userDrawn="1"/>
        </p:nvSpPr>
        <p:spPr bwMode="auto">
          <a:xfrm>
            <a:off x="0" y="5673968"/>
            <a:ext cx="12192000" cy="118403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59669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1589100"/>
      </p:ext>
    </p:extLst>
  </p:cSld>
  <p:clrMapOvr>
    <a:masterClrMapping/>
  </p:clrMapOvr>
  <p:transition spd="med">
    <p:pull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eg me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hoek 2">
            <a:extLst>
              <a:ext uri="{FF2B5EF4-FFF2-40B4-BE49-F238E27FC236}">
                <a16:creationId xmlns:a16="http://schemas.microsoft.com/office/drawing/2014/main" id="{4B953A6C-1D6C-A3C2-7BE1-6E833731B421}"/>
              </a:ext>
            </a:extLst>
          </p:cNvPr>
          <p:cNvSpPr/>
          <p:nvPr userDrawn="1"/>
        </p:nvSpPr>
        <p:spPr bwMode="auto">
          <a:xfrm>
            <a:off x="0" y="5673968"/>
            <a:ext cx="12192000" cy="118403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DADC578C-D5E1-30AB-67B6-8BE0C8359159}"/>
              </a:ext>
            </a:extLst>
          </p:cNvPr>
          <p:cNvSpPr/>
          <p:nvPr userDrawn="1"/>
        </p:nvSpPr>
        <p:spPr bwMode="auto">
          <a:xfrm>
            <a:off x="0" y="135467"/>
            <a:ext cx="1236133" cy="999066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3E517412-C24C-6F7D-EB93-4CEC0B19F8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3116" y="301951"/>
            <a:ext cx="2320753" cy="68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09551"/>
      </p:ext>
    </p:extLst>
  </p:cSld>
  <p:clrMapOvr>
    <a:masterClrMapping/>
  </p:clrMapOvr>
  <p:transition spd="med">
    <p:pull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58" y="1"/>
            <a:ext cx="10122572" cy="1222376"/>
          </a:xfrm>
        </p:spPr>
        <p:txBody>
          <a:bodyPr/>
          <a:lstStyle>
            <a:lvl1pPr algn="l">
              <a:defRPr sz="3200" b="1"/>
            </a:lvl1pPr>
          </a:lstStyle>
          <a:p>
            <a:r>
              <a:rPr lang="nl-NL"/>
              <a:t>Titelstijl van model bewerken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203162" y="1446215"/>
            <a:ext cx="3721769" cy="5118679"/>
          </a:xfrm>
        </p:spPr>
        <p:txBody>
          <a:bodyPr/>
          <a:lstStyle>
            <a:lvl1pPr marL="0" indent="0">
              <a:buNone/>
              <a:defRPr sz="26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nl-NL"/>
              <a:t>Klik om de tekststijl van het model te bewerken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idx="13"/>
          </p:nvPr>
        </p:nvSpPr>
        <p:spPr bwMode="auto">
          <a:xfrm>
            <a:off x="5414214" y="1455741"/>
            <a:ext cx="5911516" cy="5113337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>
              <a:buFontTx/>
              <a:buNone/>
              <a:defRPr/>
            </a:lvl1pPr>
            <a:lvl2pPr marL="0">
              <a:defRPr/>
            </a:lvl2pPr>
            <a:lvl3pPr marL="479976">
              <a:defRPr/>
            </a:lvl3pPr>
            <a:lvl4pPr marL="959952">
              <a:defRPr/>
            </a:lvl4pPr>
            <a:lvl5pPr marL="1439928">
              <a:defRPr/>
            </a:lvl5pPr>
          </a:lstStyle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9434060"/>
      </p:ext>
    </p:extLst>
  </p:cSld>
  <p:clrMapOvr>
    <a:masterClrMapping/>
  </p:clrMapOvr>
  <p:transition spd="med">
    <p:pull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03161" y="1"/>
            <a:ext cx="10047702" cy="1209676"/>
          </a:xfrm>
        </p:spPr>
        <p:txBody>
          <a:bodyPr/>
          <a:lstStyle>
            <a:lvl1pPr algn="l">
              <a:defRPr sz="3200" b="1"/>
            </a:lvl1pPr>
          </a:lstStyle>
          <a:p>
            <a:endParaRPr lang="nl-NL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203160" y="1430337"/>
            <a:ext cx="6753729" cy="5113339"/>
          </a:xfrm>
        </p:spPr>
        <p:txBody>
          <a:bodyPr/>
          <a:lstStyle>
            <a:lvl1pPr marL="0" indent="0">
              <a:buNone/>
              <a:defRPr sz="2667"/>
            </a:lvl1pPr>
            <a:lvl2pPr marL="609570" indent="0">
              <a:buNone/>
              <a:defRPr sz="3733"/>
            </a:lvl2pPr>
            <a:lvl3pPr marL="1219139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7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r>
              <a:rPr lang="nl-NL"/>
              <a:t>Sleep de afbeelding naar de tijdelijke aanduiding of klik op het pictogram als u een afbeelding wilt toevoegen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433580" y="1430339"/>
            <a:ext cx="2817283" cy="1289632"/>
          </a:xfrm>
        </p:spPr>
        <p:txBody>
          <a:bodyPr/>
          <a:lstStyle>
            <a:lvl1pPr marL="0" indent="0">
              <a:buNone/>
              <a:defRPr sz="2667"/>
            </a:lvl1pPr>
            <a:lvl2pPr marL="609570" indent="0">
              <a:buNone/>
              <a:defRPr sz="1600"/>
            </a:lvl2pPr>
            <a:lvl3pPr marL="1219139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7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nl-NL"/>
              <a:t>Klik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1451580955"/>
      </p:ext>
    </p:extLst>
  </p:cSld>
  <p:clrMapOvr>
    <a:masterClrMapping/>
  </p:clrMapOvr>
  <p:transition spd="med">
    <p:pull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 sz="1333" baseline="0"/>
            </a:lvl1pPr>
            <a:lvl2pPr marL="609570" indent="0">
              <a:buNone/>
              <a:defRPr sz="3733"/>
            </a:lvl2pPr>
            <a:lvl3pPr marL="1219139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7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r>
              <a:rPr lang="nl-NL"/>
              <a:t>Sleep de afbeelding naar de tijdelijke aanduiding of klik op het pictogram als u een afbeelding wilt toevoegen</a:t>
            </a:r>
          </a:p>
        </p:txBody>
      </p:sp>
    </p:spTree>
    <p:extLst>
      <p:ext uri="{BB962C8B-B14F-4D97-AF65-F5344CB8AC3E}">
        <p14:creationId xmlns:p14="http://schemas.microsoft.com/office/powerpoint/2010/main" val="1245112342"/>
      </p:ext>
    </p:extLst>
  </p:cSld>
  <p:clrMapOvr>
    <a:masterClrMapping/>
  </p:clrMapOvr>
  <p:transition spd="med">
    <p:pull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>
            <a:extLst>
              <a:ext uri="{FF2B5EF4-FFF2-40B4-BE49-F238E27FC236}">
                <a16:creationId xmlns:a16="http://schemas.microsoft.com/office/drawing/2014/main" id="{7C09EE46-6AAF-8596-0A14-7DB5ACBC17DB}"/>
              </a:ext>
            </a:extLst>
          </p:cNvPr>
          <p:cNvSpPr/>
          <p:nvPr userDrawn="1"/>
        </p:nvSpPr>
        <p:spPr bwMode="auto">
          <a:xfrm>
            <a:off x="-2" y="0"/>
            <a:ext cx="12192001" cy="6858000"/>
          </a:xfrm>
          <a:prstGeom prst="rect">
            <a:avLst/>
          </a:prstGeom>
          <a:solidFill>
            <a:srgbClr val="094AC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39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3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98A63F7A-39DE-E86C-68BA-1472AA4443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0580" y="277693"/>
            <a:ext cx="2331795" cy="684331"/>
          </a:xfrm>
          <a:prstGeom prst="rect">
            <a:avLst/>
          </a:prstGeom>
        </p:spPr>
      </p:pic>
      <p:sp>
        <p:nvSpPr>
          <p:cNvPr id="16" name="Rectangle 2">
            <a:extLst>
              <a:ext uri="{FF2B5EF4-FFF2-40B4-BE49-F238E27FC236}">
                <a16:creationId xmlns:a16="http://schemas.microsoft.com/office/drawing/2014/main" id="{E83CEB60-6D15-4145-8168-F707E66C40A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203162" y="1496274"/>
            <a:ext cx="6112038" cy="72659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108000" rIns="0" bIns="0" numCol="1" anchor="t" anchorCtr="0" compatLnSpc="1">
            <a:prstTxWarp prst="textNoShape">
              <a:avLst/>
            </a:prstTxWarp>
          </a:bodyPr>
          <a:lstStyle>
            <a:lvl1pPr>
              <a:defRPr sz="28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Contact</a:t>
            </a:r>
            <a:endParaRPr lang="en-GB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F04519B6-C8F4-64B5-822A-39B946E2EAEA}"/>
              </a:ext>
            </a:extLst>
          </p:cNvPr>
          <p:cNvSpPr/>
          <p:nvPr userDrawn="1"/>
        </p:nvSpPr>
        <p:spPr bwMode="auto">
          <a:xfrm>
            <a:off x="1" y="6714000"/>
            <a:ext cx="12192000" cy="144000"/>
          </a:xfrm>
          <a:prstGeom prst="rect">
            <a:avLst/>
          </a:prstGeom>
          <a:solidFill>
            <a:srgbClr val="094AC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2E6AB694-D07F-064E-AFBB-EA6CC2624563}"/>
              </a:ext>
            </a:extLst>
          </p:cNvPr>
          <p:cNvSpPr txBox="1">
            <a:spLocks/>
          </p:cNvSpPr>
          <p:nvPr userDrawn="1"/>
        </p:nvSpPr>
        <p:spPr>
          <a:xfrm>
            <a:off x="706768" y="2390503"/>
            <a:ext cx="6255734" cy="301752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i="0" kern="1200">
                <a:solidFill>
                  <a:srgbClr val="FFFFFF"/>
                </a:solidFill>
                <a:latin typeface="Bitter"/>
                <a:ea typeface="+mn-ea"/>
                <a:cs typeface="Georgia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67" b="0" i="0" u="none" strike="noStrike" kern="1200" baseline="0">
                <a:solidFill>
                  <a:schemeClr val="accent2"/>
                </a:solidFill>
                <a:effectLst/>
                <a:latin typeface="+mn-lt"/>
                <a:ea typeface="+mn-ea"/>
                <a:cs typeface="Georgia"/>
              </a:rPr>
              <a:t>A</a:t>
            </a:r>
            <a:r>
              <a:rPr lang="en-US" sz="1867" b="0" i="0" u="none" strike="noStrike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Georgia"/>
              </a:rPr>
              <a:t>	Science Park 408</a:t>
            </a:r>
          </a:p>
          <a:p>
            <a:r>
              <a:rPr lang="en-US" sz="1867" b="0" i="0" u="none" strike="noStrike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Georgia"/>
              </a:rPr>
              <a:t>	1098 XH  Amsterdam</a:t>
            </a:r>
          </a:p>
          <a:p>
            <a:r>
              <a:rPr lang="en-US" sz="1867" b="0" i="0" u="none" strike="noStrike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Georgia"/>
              </a:rPr>
              <a:t>	The Netherlands</a:t>
            </a:r>
          </a:p>
          <a:p>
            <a:r>
              <a:rPr lang="en-US" sz="1867" b="0" i="0" u="none" strike="noStrike" kern="1200" cap="small" baseline="0">
                <a:solidFill>
                  <a:srgbClr val="EE2F24"/>
                </a:solidFill>
                <a:effectLst/>
                <a:latin typeface="+mn-lt"/>
                <a:ea typeface="+mn-ea"/>
                <a:cs typeface="Georgia"/>
              </a:rPr>
              <a:t>T</a:t>
            </a:r>
            <a:r>
              <a:rPr lang="en-US" sz="1867" b="0" i="0" u="none" strike="noStrike" kern="1200" cap="small" baseline="0">
                <a:solidFill>
                  <a:schemeClr val="bg1"/>
                </a:solidFill>
                <a:effectLst/>
                <a:latin typeface="+mn-lt"/>
                <a:ea typeface="+mn-ea"/>
                <a:cs typeface="Georgia"/>
              </a:rPr>
              <a:t>	</a:t>
            </a:r>
            <a:r>
              <a:rPr lang="en-US" sz="1867" b="0" i="0" u="none" strike="noStrike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Georgia"/>
              </a:rPr>
              <a:t>+31 (0)20 2269 700</a:t>
            </a:r>
          </a:p>
          <a:p>
            <a:r>
              <a:rPr lang="en-US" sz="1867" b="0" i="0" u="none" strike="noStrike" kern="1200" baseline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+mn-ea"/>
                <a:cs typeface="Georgia"/>
              </a:rPr>
              <a:t>E</a:t>
            </a:r>
            <a:r>
              <a:rPr lang="en-US" sz="1867" b="0" i="0" u="none" strike="noStrike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Georgia"/>
              </a:rPr>
              <a:t>	</a:t>
            </a:r>
            <a:r>
              <a:rPr lang="en-US" sz="1867" b="0" i="0" u="none" strike="noStrike" kern="1200" baseline="0" err="1">
                <a:solidFill>
                  <a:schemeClr val="bg1"/>
                </a:solidFill>
                <a:effectLst/>
                <a:latin typeface="+mn-lt"/>
                <a:ea typeface="+mn-ea"/>
                <a:cs typeface="Georgia"/>
              </a:rPr>
              <a:t>info@hartwigmedicalfoundation.nl</a:t>
            </a:r>
            <a:r>
              <a:rPr lang="en-US" sz="1867" b="0" i="0" u="none" strike="noStrike" kern="1200" baseline="0">
                <a:solidFill>
                  <a:schemeClr val="bg1"/>
                </a:solidFill>
                <a:effectLst/>
                <a:latin typeface="+mn-lt"/>
                <a:ea typeface="+mn-ea"/>
                <a:cs typeface="Georgia"/>
              </a:rPr>
              <a:t> </a:t>
            </a:r>
          </a:p>
          <a:p>
            <a:r>
              <a:rPr lang="en-US" sz="1867" b="0" i="0" u="none" strike="noStrike" kern="1200" baseline="0">
                <a:solidFill>
                  <a:schemeClr val="accent2"/>
                </a:solidFill>
                <a:effectLst/>
                <a:latin typeface="Calibri" panose="020F0502020204030204" pitchFamily="34" charset="0"/>
                <a:ea typeface="+mn-ea"/>
                <a:cs typeface="Georgia"/>
              </a:rPr>
              <a:t>W</a:t>
            </a:r>
            <a:r>
              <a:rPr lang="en-US" sz="1867" b="0" i="0" u="none" strike="noStrike" kern="1200" baseline="0">
                <a:solidFill>
                  <a:schemeClr val="accent2"/>
                </a:solidFill>
                <a:effectLst/>
                <a:latin typeface="Bitter"/>
                <a:ea typeface="+mn-ea"/>
                <a:cs typeface="Georgia"/>
              </a:rPr>
              <a:t>	</a:t>
            </a:r>
            <a:r>
              <a:rPr lang="en-US" sz="1867" b="0" i="0" u="none" strike="noStrike" kern="1200" baseline="0" err="1">
                <a:solidFill>
                  <a:schemeClr val="bg1"/>
                </a:solidFill>
                <a:effectLst/>
                <a:latin typeface="+mn-lt"/>
                <a:ea typeface="+mn-ea"/>
                <a:cs typeface="Georgia"/>
              </a:rPr>
              <a:t>hartwigmedicalfoundation.nl</a:t>
            </a:r>
            <a:endParaRPr lang="en-US" sz="1867" b="0" i="0" u="none" strike="noStrike" kern="1200" baseline="0">
              <a:solidFill>
                <a:schemeClr val="bg1"/>
              </a:solidFill>
              <a:effectLst/>
              <a:latin typeface="+mn-lt"/>
              <a:ea typeface="+mn-ea"/>
              <a:cs typeface="Georgia"/>
            </a:endParaRPr>
          </a:p>
        </p:txBody>
      </p:sp>
      <p:pic>
        <p:nvPicPr>
          <p:cNvPr id="2" name="Afbeelding 1">
            <a:extLst>
              <a:ext uri="{FF2B5EF4-FFF2-40B4-BE49-F238E27FC236}">
                <a16:creationId xmlns:a16="http://schemas.microsoft.com/office/drawing/2014/main" id="{B963C6EE-0C40-74FF-683C-4E0D011577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2922" r="2153"/>
          <a:stretch/>
        </p:blipFill>
        <p:spPr>
          <a:xfrm>
            <a:off x="5895308" y="515508"/>
            <a:ext cx="5823394" cy="5826984"/>
          </a:xfrm>
          <a:prstGeom prst="ellipse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820A7667-1DB3-37DA-4FA6-00136442D68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32000"/>
          </a:blip>
          <a:stretch>
            <a:fillRect/>
          </a:stretch>
        </p:blipFill>
        <p:spPr>
          <a:xfrm>
            <a:off x="0" y="5138642"/>
            <a:ext cx="12192000" cy="13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052975"/>
      </p:ext>
    </p:extLst>
  </p:cSld>
  <p:clrMapOvr>
    <a:masterClrMapping/>
  </p:clrMapOvr>
  <p:transition spd="med">
    <p:pull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03157" y="1447802"/>
            <a:ext cx="9665369" cy="4810127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Klik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03157" y="0"/>
            <a:ext cx="8251992" cy="1146387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Titelstijl van model bewerken</a:t>
            </a:r>
            <a:endParaRPr lang="en-GB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7C8B59C8-9459-7B4C-AD35-A2F5981B83A4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54964" y="6073512"/>
            <a:ext cx="12082071" cy="704278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FE3D556A-63BD-DA99-D634-27BDEA7856D4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312529" y="277090"/>
            <a:ext cx="615660" cy="681263"/>
          </a:xfrm>
          <a:prstGeom prst="rect">
            <a:avLst/>
          </a:prstGeom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704" r:id="rId2"/>
    <p:sldLayoutId id="2147483660" r:id="rId3"/>
    <p:sldLayoutId id="2147483708" r:id="rId4"/>
    <p:sldLayoutId id="2147483707" r:id="rId5"/>
    <p:sldLayoutId id="2147483702" r:id="rId6"/>
    <p:sldLayoutId id="2147483650" r:id="rId7"/>
    <p:sldLayoutId id="2147483710" r:id="rId8"/>
    <p:sldLayoutId id="2147483703" r:id="rId9"/>
    <p:sldLayoutId id="2147483706" r:id="rId10"/>
    <p:sldLayoutId id="2147483662" r:id="rId11"/>
    <p:sldLayoutId id="2147483661" r:id="rId12"/>
    <p:sldLayoutId id="2147483652" r:id="rId13"/>
    <p:sldLayoutId id="2147483653" r:id="rId14"/>
    <p:sldLayoutId id="2147483654" r:id="rId15"/>
    <p:sldLayoutId id="2147483701" r:id="rId16"/>
    <p:sldLayoutId id="2147483655" r:id="rId17"/>
    <p:sldLayoutId id="2147483709" r:id="rId18"/>
    <p:sldLayoutId id="2147483656" r:id="rId19"/>
    <p:sldLayoutId id="2147483657" r:id="rId20"/>
    <p:sldLayoutId id="2147483666" r:id="rId21"/>
    <p:sldLayoutId id="2147483705" r:id="rId22"/>
  </p:sldLayoutIdLst>
  <p:transition spd="med">
    <p:pull/>
  </p:transition>
  <p:hf sldNum="0" hdr="0" ftr="0" dt="0"/>
  <p:txStyles>
    <p:titleStyle>
      <a:lvl1pPr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2800" b="1" i="0" baseline="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3467" i="1">
          <a:solidFill>
            <a:schemeClr val="tx2"/>
          </a:solidFill>
          <a:latin typeface="Times" charset="0"/>
          <a:ea typeface="ＭＳ Ｐゴシック" charset="0"/>
        </a:defRPr>
      </a:lvl2pPr>
      <a:lvl3pPr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3467" i="1">
          <a:solidFill>
            <a:schemeClr val="tx2"/>
          </a:solidFill>
          <a:latin typeface="Times" charset="0"/>
          <a:ea typeface="ＭＳ Ｐゴシック" charset="0"/>
        </a:defRPr>
      </a:lvl3pPr>
      <a:lvl4pPr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3467" i="1">
          <a:solidFill>
            <a:schemeClr val="tx2"/>
          </a:solidFill>
          <a:latin typeface="Times" charset="0"/>
          <a:ea typeface="ＭＳ Ｐゴシック" charset="0"/>
        </a:defRPr>
      </a:lvl4pPr>
      <a:lvl5pPr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3467" i="1">
          <a:solidFill>
            <a:schemeClr val="tx2"/>
          </a:solidFill>
          <a:latin typeface="Times" charset="0"/>
          <a:ea typeface="ＭＳ Ｐゴシック" charset="0"/>
        </a:defRPr>
      </a:lvl5pPr>
      <a:lvl6pPr marL="609570"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3467" i="1">
          <a:solidFill>
            <a:schemeClr val="tx2"/>
          </a:solidFill>
          <a:latin typeface="Times" charset="0"/>
          <a:ea typeface="ＭＳ Ｐゴシック" charset="0"/>
        </a:defRPr>
      </a:lvl6pPr>
      <a:lvl7pPr marL="1219139"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3467" i="1">
          <a:solidFill>
            <a:schemeClr val="tx2"/>
          </a:solidFill>
          <a:latin typeface="Times" charset="0"/>
          <a:ea typeface="ＭＳ Ｐゴシック" charset="0"/>
        </a:defRPr>
      </a:lvl7pPr>
      <a:lvl8pPr marL="1828709"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3467" i="1">
          <a:solidFill>
            <a:schemeClr val="tx2"/>
          </a:solidFill>
          <a:latin typeface="Times" charset="0"/>
          <a:ea typeface="ＭＳ Ｐゴシック" charset="0"/>
        </a:defRPr>
      </a:lvl8pPr>
      <a:lvl9pPr marL="2438278" algn="l" rtl="0" eaLnBrk="1" fontAlgn="base" hangingPunct="1">
        <a:lnSpc>
          <a:spcPct val="96000"/>
        </a:lnSpc>
        <a:spcBef>
          <a:spcPct val="0"/>
        </a:spcBef>
        <a:spcAft>
          <a:spcPct val="0"/>
        </a:spcAft>
        <a:defRPr sz="3467" i="1">
          <a:solidFill>
            <a:schemeClr val="tx2"/>
          </a:solidFill>
          <a:latin typeface="Times" charset="0"/>
          <a:ea typeface="ＭＳ Ｐゴシック" charset="0"/>
        </a:defRPr>
      </a:lvl9pPr>
    </p:titleStyle>
    <p:bodyStyle>
      <a:lvl1pPr marL="0" indent="0" algn="l" rtl="0" eaLnBrk="1" fontAlgn="base" hangingPunct="1">
        <a:lnSpc>
          <a:spcPct val="120000"/>
        </a:lnSpc>
        <a:spcBef>
          <a:spcPts val="0"/>
        </a:spcBef>
        <a:spcAft>
          <a:spcPct val="0"/>
        </a:spcAft>
        <a:buFontTx/>
        <a:buNone/>
        <a:defRPr sz="2400" baseline="0">
          <a:solidFill>
            <a:schemeClr val="accent6"/>
          </a:solidFill>
          <a:latin typeface="+mn-lt"/>
          <a:ea typeface="+mn-ea"/>
          <a:cs typeface="+mn-cs"/>
        </a:defRPr>
      </a:lvl1pPr>
      <a:lvl2pPr marL="0" indent="-249755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Times" charset="0"/>
        <a:buChar char="•"/>
        <a:defRPr sz="2400" baseline="0">
          <a:solidFill>
            <a:schemeClr val="accent6"/>
          </a:solidFill>
          <a:latin typeface="+mn-lt"/>
          <a:ea typeface="+mn-ea"/>
        </a:defRPr>
      </a:lvl2pPr>
      <a:lvl3pPr marL="479976" indent="-247639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Times" charset="0"/>
        <a:buChar char="•"/>
        <a:defRPr sz="2400" baseline="0">
          <a:solidFill>
            <a:schemeClr val="accent6"/>
          </a:solidFill>
          <a:latin typeface="+mn-lt"/>
          <a:ea typeface="+mn-ea"/>
        </a:defRPr>
      </a:lvl3pPr>
      <a:lvl4pPr marL="959952" indent="-260337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Times" charset="0"/>
        <a:buChar char="•"/>
        <a:defRPr sz="2400" baseline="0">
          <a:solidFill>
            <a:schemeClr val="accent6"/>
          </a:solidFill>
          <a:latin typeface="+mn-lt"/>
          <a:ea typeface="+mn-ea"/>
        </a:defRPr>
      </a:lvl4pPr>
      <a:lvl5pPr marL="1439928" indent="-256104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Font typeface="Times" charset="0"/>
        <a:buChar char="•"/>
        <a:defRPr sz="2400" baseline="0">
          <a:solidFill>
            <a:schemeClr val="accent6"/>
          </a:solidFill>
          <a:latin typeface="+mn-lt"/>
          <a:ea typeface="+mn-ea"/>
        </a:defRPr>
      </a:lvl5pPr>
      <a:lvl6pPr marL="3155792" indent="-256104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Font typeface="Times" charset="0"/>
        <a:buChar char="•"/>
        <a:defRPr>
          <a:solidFill>
            <a:schemeClr val="bg2"/>
          </a:solidFill>
          <a:latin typeface="+mn-lt"/>
          <a:ea typeface="+mn-ea"/>
        </a:defRPr>
      </a:lvl6pPr>
      <a:lvl7pPr marL="3765362" indent="-256104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Font typeface="Times" charset="0"/>
        <a:buChar char="•"/>
        <a:defRPr>
          <a:solidFill>
            <a:schemeClr val="bg2"/>
          </a:solidFill>
          <a:latin typeface="+mn-lt"/>
          <a:ea typeface="+mn-ea"/>
        </a:defRPr>
      </a:lvl7pPr>
      <a:lvl8pPr marL="4374932" indent="-256104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Font typeface="Times" charset="0"/>
        <a:buChar char="•"/>
        <a:defRPr>
          <a:solidFill>
            <a:schemeClr val="bg2"/>
          </a:solidFill>
          <a:latin typeface="+mn-lt"/>
          <a:ea typeface="+mn-ea"/>
        </a:defRPr>
      </a:lvl8pPr>
      <a:lvl9pPr marL="4984501" indent="-256104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Font typeface="Times" charset="0"/>
        <a:buChar char="•"/>
        <a:defRPr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nl-NL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3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inhoud 10">
            <a:extLst>
              <a:ext uri="{FF2B5EF4-FFF2-40B4-BE49-F238E27FC236}">
                <a16:creationId xmlns:a16="http://schemas.microsoft.com/office/drawing/2014/main" id="{BF10E93D-B647-6D86-9BDE-FF13E816ABC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GB" noProof="0" dirty="0">
                <a:cs typeface="Arial"/>
              </a:rPr>
              <a:t>Using Agentic Workflow</a:t>
            </a:r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8BD0816F-08F4-37D8-6D3E-593A6C33CC3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203160" y="4685211"/>
            <a:ext cx="9745579" cy="1299087"/>
          </a:xfrm>
        </p:spPr>
        <p:txBody>
          <a:bodyPr/>
          <a:lstStyle/>
          <a:p>
            <a:r>
              <a:rPr lang="en-GB" noProof="0" dirty="0"/>
              <a:t>Hartwig Medical Foundation, Australia  </a:t>
            </a:r>
          </a:p>
          <a:p>
            <a:r>
              <a:rPr lang="en-GB" noProof="0" dirty="0"/>
              <a:t>30 July 2026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8C442E86-11E8-0B62-36A3-070D29383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5050" noProof="0" dirty="0"/>
              <a:t>Clinical trial curation</a:t>
            </a:r>
            <a:endParaRPr lang="en-GB" sz="5050" noProof="0" dirty="0">
              <a:cs typeface="Arial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735C160D-EABE-E128-3369-6AEB5A5D1F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309562" y="7160077"/>
            <a:ext cx="12247606" cy="159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551136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F831D14D-8081-70D2-3B50-50B00E203BE5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noProof="0" dirty="0"/>
              <a:t>The pipeline, end to end</a:t>
            </a:r>
          </a:p>
        </p:txBody>
      </p:sp>
    </p:spTree>
    <p:extLst>
      <p:ext uri="{BB962C8B-B14F-4D97-AF65-F5344CB8AC3E}">
        <p14:creationId xmlns:p14="http://schemas.microsoft.com/office/powerpoint/2010/main" val="2253189034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58810D9-0B14-81DB-A2F0-72365553E032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GB" noProof="0" dirty="0"/>
              <a:t>What it produces, and what we learned</a:t>
            </a:r>
          </a:p>
        </p:txBody>
      </p:sp>
    </p:spTree>
    <p:extLst>
      <p:ext uri="{BB962C8B-B14F-4D97-AF65-F5344CB8AC3E}">
        <p14:creationId xmlns:p14="http://schemas.microsoft.com/office/powerpoint/2010/main" val="2282875460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07351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vak 1">
            <a:extLst>
              <a:ext uri="{FF2B5EF4-FFF2-40B4-BE49-F238E27FC236}">
                <a16:creationId xmlns:a16="http://schemas.microsoft.com/office/drawing/2014/main" id="{2E1E3F2D-24E9-26CF-7304-1F53CB14E67B}"/>
              </a:ext>
            </a:extLst>
          </p:cNvPr>
          <p:cNvSpPr txBox="1"/>
          <p:nvPr/>
        </p:nvSpPr>
        <p:spPr>
          <a:xfrm>
            <a:off x="353219" y="2435225"/>
            <a:ext cx="5262562" cy="320040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GB" sz="4800" noProof="0" dirty="0">
                <a:solidFill>
                  <a:schemeClr val="accent2"/>
                </a:solidFill>
                <a:effectLst/>
                <a:latin typeface="+mj-lt"/>
              </a:rPr>
              <a:t>Thanks.</a:t>
            </a:r>
          </a:p>
          <a:p>
            <a:pPr algn="l"/>
            <a:endParaRPr lang="en-GB" sz="4800" noProof="0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861759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Hartwig_NL_16-9">
  <a:themeElements>
    <a:clrScheme name="Aangepast 1">
      <a:dk1>
        <a:srgbClr val="003C66"/>
      </a:dk1>
      <a:lt1>
        <a:srgbClr val="FFFFFF"/>
      </a:lt1>
      <a:dk2>
        <a:srgbClr val="FFFFFF"/>
      </a:dk2>
      <a:lt2>
        <a:srgbClr val="000000"/>
      </a:lt2>
      <a:accent1>
        <a:srgbClr val="084AC4"/>
      </a:accent1>
      <a:accent2>
        <a:srgbClr val="ED2F24"/>
      </a:accent2>
      <a:accent3>
        <a:srgbClr val="FCAF17"/>
      </a:accent3>
      <a:accent4>
        <a:srgbClr val="92C7EC"/>
      </a:accent4>
      <a:accent5>
        <a:srgbClr val="878787"/>
      </a:accent5>
      <a:accent6>
        <a:srgbClr val="000000"/>
      </a:accent6>
      <a:hlink>
        <a:srgbClr val="1161C6"/>
      </a:hlink>
      <a:folHlink>
        <a:srgbClr val="E3004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  <a:ea typeface="ＭＳ Ｐゴシック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sz="1600" dirty="0" err="1" smtClean="0">
            <a:solidFill>
              <a:schemeClr val="tx2"/>
            </a:solidFill>
            <a:latin typeface="+mn-lt"/>
          </a:defRPr>
        </a:defPPr>
      </a:lstStyle>
    </a:txDef>
  </a:objectDefaults>
  <a:extraClrSchemeLst>
    <a:extraClrScheme>
      <a:clrScheme name="Default Design 1">
        <a:dk1>
          <a:srgbClr val="101463"/>
        </a:dk1>
        <a:lt1>
          <a:srgbClr val="FFFFFF"/>
        </a:lt1>
        <a:dk2>
          <a:srgbClr val="B5E7FF"/>
        </a:dk2>
        <a:lt2>
          <a:srgbClr val="111166"/>
        </a:lt2>
        <a:accent1>
          <a:srgbClr val="119DF9"/>
        </a:accent1>
        <a:accent2>
          <a:srgbClr val="117FE4"/>
        </a:accent2>
        <a:accent3>
          <a:srgbClr val="D7F1FF"/>
        </a:accent3>
        <a:accent4>
          <a:srgbClr val="DADADA"/>
        </a:accent4>
        <a:accent5>
          <a:srgbClr val="AACCFB"/>
        </a:accent5>
        <a:accent6>
          <a:srgbClr val="0E72CF"/>
        </a:accent6>
        <a:hlink>
          <a:srgbClr val="1161C6"/>
        </a:hlink>
        <a:folHlink>
          <a:srgbClr val="114DB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f6d6438-e9ad-4da0-9228-a830c7f8c96a" xsi:nil="true"/>
    <lcf76f155ced4ddcb4097134ff3c332f xmlns="fe75ccc3-b94e-42db-a142-5779954527a6">
      <Terms xmlns="http://schemas.microsoft.com/office/infopath/2007/PartnerControls"/>
    </lcf76f155ced4ddcb4097134ff3c332f>
    <Tags xmlns="fe75ccc3-b94e-42db-a142-5779954527a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215CC3C1754C4C89CA471AA83C930C" ma:contentTypeVersion="13" ma:contentTypeDescription="Create a new document." ma:contentTypeScope="" ma:versionID="2b62ecd815d144fa90485b6fc28b1250">
  <xsd:schema xmlns:xsd="http://www.w3.org/2001/XMLSchema" xmlns:xs="http://www.w3.org/2001/XMLSchema" xmlns:p="http://schemas.microsoft.com/office/2006/metadata/properties" xmlns:ns2="fe75ccc3-b94e-42db-a142-5779954527a6" xmlns:ns3="5f6d6438-e9ad-4da0-9228-a830c7f8c96a" targetNamespace="http://schemas.microsoft.com/office/2006/metadata/properties" ma:root="true" ma:fieldsID="f480d88e2d048b92a0b6ff1e51fd0d53" ns2:_="" ns3:_="">
    <xsd:import namespace="fe75ccc3-b94e-42db-a142-5779954527a6"/>
    <xsd:import namespace="5f6d6438-e9ad-4da0-9228-a830c7f8c96a"/>
    <xsd:element name="properties">
      <xsd:complexType>
        <xsd:sequence>
          <xsd:element name="documentManagement">
            <xsd:complexType>
              <xsd:all>
                <xsd:element ref="ns2:Tags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75ccc3-b94e-42db-a142-5779954527a6" elementFormDefault="qualified">
    <xsd:import namespace="http://schemas.microsoft.com/office/2006/documentManagement/types"/>
    <xsd:import namespace="http://schemas.microsoft.com/office/infopath/2007/PartnerControls"/>
    <xsd:element name="Tags" ma:index="8" nillable="true" ma:displayName="Tags" ma:internalName="Tags">
      <xsd:simpleType>
        <xsd:restriction base="dms:Text">
          <xsd:maxLength value="255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b013940b-c602-4a2d-8799-08152672d05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6d6438-e9ad-4da0-9228-a830c7f8c96a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f4f82098-64b6-486d-9f1d-130f5e3f1bea}" ma:internalName="TaxCatchAll" ma:showField="CatchAllData" ma:web="5f6d6438-e9ad-4da0-9228-a830c7f8c9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2C2AE45-4660-44E0-84D4-DC2C67A70B8F}">
  <ds:schemaRefs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fe75ccc3-b94e-42db-a142-5779954527a6"/>
    <ds:schemaRef ds:uri="http://purl.org/dc/terms/"/>
    <ds:schemaRef ds:uri="http://purl.org/dc/dcmitype/"/>
    <ds:schemaRef ds:uri="http://schemas.openxmlformats.org/package/2006/metadata/core-properties"/>
    <ds:schemaRef ds:uri="5f6d6438-e9ad-4da0-9228-a830c7f8c96a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D1EB818-CF03-4D54-BF26-AF7D491A1A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e75ccc3-b94e-42db-a142-5779954527a6"/>
    <ds:schemaRef ds:uri="5f6d6438-e9ad-4da0-9228-a830c7f8c9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143E34-40D5-4FFD-A716-ED5A4CC4E94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</TotalTime>
  <Words>30</Words>
  <Application>Microsoft Macintosh PowerPoint</Application>
  <PresentationFormat>Widescreen</PresentationFormat>
  <Paragraphs>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Bitter</vt:lpstr>
      <vt:lpstr>Calibri</vt:lpstr>
      <vt:lpstr>Times</vt:lpstr>
      <vt:lpstr>Hartwig_NL_16-9</vt:lpstr>
      <vt:lpstr>Clinical trial curation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LUMC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YourName</dc:creator>
  <cp:lastModifiedBy>Junran Cao</cp:lastModifiedBy>
  <cp:revision>280</cp:revision>
  <dcterms:created xsi:type="dcterms:W3CDTF">2004-01-22T14:47:02Z</dcterms:created>
  <dcterms:modified xsi:type="dcterms:W3CDTF">2026-07-29T13:19:30Z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0x01010032215CC3C1754C4C89CA471AA83C930C</vt:lpwstr>
  </property>
</Properties>
</file>